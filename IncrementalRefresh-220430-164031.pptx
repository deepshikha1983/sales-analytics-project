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AAB64-D6E2-41E1-A92A-6C16F5586B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CA3FEA-049A-4766-B99B-AF0EC610FF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E0CB229-1520-4C08-88F8-FDBDAA323566}"/>
              </a:ext>
            </a:extLst>
          </p:cNvPr>
          <p:cNvSpPr>
            <a:spLocks noGrp="1"/>
          </p:cNvSpPr>
          <p:nvPr>
            <p:ph type="dt" sz="half" idx="10"/>
          </p:nvPr>
        </p:nvSpPr>
        <p:spPr/>
        <p:txBody>
          <a:bodyPr/>
          <a:lstStyle/>
          <a:p>
            <a:fld id="{A2586DA3-E9A1-4879-8E34-670FE8E02BB6}" type="datetimeFigureOut">
              <a:rPr lang="en-IN" smtClean="0"/>
              <a:t>30-04-2022</a:t>
            </a:fld>
            <a:endParaRPr lang="en-IN"/>
          </a:p>
        </p:txBody>
      </p:sp>
      <p:sp>
        <p:nvSpPr>
          <p:cNvPr id="5" name="Footer Placeholder 4">
            <a:extLst>
              <a:ext uri="{FF2B5EF4-FFF2-40B4-BE49-F238E27FC236}">
                <a16:creationId xmlns:a16="http://schemas.microsoft.com/office/drawing/2014/main" id="{DEB8FF3A-2301-4ECD-9C6B-A90D5C36DB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218092-A594-4D3E-8374-868014AF3D18}"/>
              </a:ext>
            </a:extLst>
          </p:cNvPr>
          <p:cNvSpPr>
            <a:spLocks noGrp="1"/>
          </p:cNvSpPr>
          <p:nvPr>
            <p:ph type="sldNum" sz="quarter" idx="12"/>
          </p:nvPr>
        </p:nvSpPr>
        <p:spPr/>
        <p:txBody>
          <a:bodyPr/>
          <a:lstStyle/>
          <a:p>
            <a:fld id="{472F7F21-D551-4496-B6F9-6EB269D8EF31}" type="slidenum">
              <a:rPr lang="en-IN" smtClean="0"/>
              <a:t>‹#›</a:t>
            </a:fld>
            <a:endParaRPr lang="en-IN"/>
          </a:p>
        </p:txBody>
      </p:sp>
    </p:spTree>
    <p:extLst>
      <p:ext uri="{BB962C8B-B14F-4D97-AF65-F5344CB8AC3E}">
        <p14:creationId xmlns:p14="http://schemas.microsoft.com/office/powerpoint/2010/main" val="2791817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26B14-C98B-4DF8-890C-B5954B05FD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E95858-410E-4AB6-B2FB-977B5227F32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306E0F-3173-4328-801C-759D46FA0A00}"/>
              </a:ext>
            </a:extLst>
          </p:cNvPr>
          <p:cNvSpPr>
            <a:spLocks noGrp="1"/>
          </p:cNvSpPr>
          <p:nvPr>
            <p:ph type="dt" sz="half" idx="10"/>
          </p:nvPr>
        </p:nvSpPr>
        <p:spPr/>
        <p:txBody>
          <a:bodyPr/>
          <a:lstStyle/>
          <a:p>
            <a:fld id="{A2586DA3-E9A1-4879-8E34-670FE8E02BB6}" type="datetimeFigureOut">
              <a:rPr lang="en-IN" smtClean="0"/>
              <a:t>30-04-2022</a:t>
            </a:fld>
            <a:endParaRPr lang="en-IN"/>
          </a:p>
        </p:txBody>
      </p:sp>
      <p:sp>
        <p:nvSpPr>
          <p:cNvPr id="5" name="Footer Placeholder 4">
            <a:extLst>
              <a:ext uri="{FF2B5EF4-FFF2-40B4-BE49-F238E27FC236}">
                <a16:creationId xmlns:a16="http://schemas.microsoft.com/office/drawing/2014/main" id="{8BD5DB85-2CBD-4223-AA70-DA5528819B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DD29C9-4C6D-4B1B-90A8-F9D8947C0645}"/>
              </a:ext>
            </a:extLst>
          </p:cNvPr>
          <p:cNvSpPr>
            <a:spLocks noGrp="1"/>
          </p:cNvSpPr>
          <p:nvPr>
            <p:ph type="sldNum" sz="quarter" idx="12"/>
          </p:nvPr>
        </p:nvSpPr>
        <p:spPr/>
        <p:txBody>
          <a:bodyPr/>
          <a:lstStyle/>
          <a:p>
            <a:fld id="{472F7F21-D551-4496-B6F9-6EB269D8EF31}" type="slidenum">
              <a:rPr lang="en-IN" smtClean="0"/>
              <a:t>‹#›</a:t>
            </a:fld>
            <a:endParaRPr lang="en-IN"/>
          </a:p>
        </p:txBody>
      </p:sp>
    </p:spTree>
    <p:extLst>
      <p:ext uri="{BB962C8B-B14F-4D97-AF65-F5344CB8AC3E}">
        <p14:creationId xmlns:p14="http://schemas.microsoft.com/office/powerpoint/2010/main" val="2871346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09570-137D-49D7-B727-D38654C2BE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493FA2E-3C08-44E6-A6AA-CE3B6DE6FC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BB06DA7-AEED-468B-BE9D-DEACB6D0CEFC}"/>
              </a:ext>
            </a:extLst>
          </p:cNvPr>
          <p:cNvSpPr>
            <a:spLocks noGrp="1"/>
          </p:cNvSpPr>
          <p:nvPr>
            <p:ph type="dt" sz="half" idx="10"/>
          </p:nvPr>
        </p:nvSpPr>
        <p:spPr/>
        <p:txBody>
          <a:bodyPr/>
          <a:lstStyle/>
          <a:p>
            <a:fld id="{A2586DA3-E9A1-4879-8E34-670FE8E02BB6}" type="datetimeFigureOut">
              <a:rPr lang="en-IN" smtClean="0"/>
              <a:t>30-04-2022</a:t>
            </a:fld>
            <a:endParaRPr lang="en-IN"/>
          </a:p>
        </p:txBody>
      </p:sp>
      <p:sp>
        <p:nvSpPr>
          <p:cNvPr id="5" name="Footer Placeholder 4">
            <a:extLst>
              <a:ext uri="{FF2B5EF4-FFF2-40B4-BE49-F238E27FC236}">
                <a16:creationId xmlns:a16="http://schemas.microsoft.com/office/drawing/2014/main" id="{E242BD2E-15A2-44A9-8757-FA8C3D8B87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37FEF7-093F-45E9-9814-F350E5356F14}"/>
              </a:ext>
            </a:extLst>
          </p:cNvPr>
          <p:cNvSpPr>
            <a:spLocks noGrp="1"/>
          </p:cNvSpPr>
          <p:nvPr>
            <p:ph type="sldNum" sz="quarter" idx="12"/>
          </p:nvPr>
        </p:nvSpPr>
        <p:spPr/>
        <p:txBody>
          <a:bodyPr/>
          <a:lstStyle/>
          <a:p>
            <a:fld id="{472F7F21-D551-4496-B6F9-6EB269D8EF31}" type="slidenum">
              <a:rPr lang="en-IN" smtClean="0"/>
              <a:t>‹#›</a:t>
            </a:fld>
            <a:endParaRPr lang="en-IN"/>
          </a:p>
        </p:txBody>
      </p:sp>
    </p:spTree>
    <p:extLst>
      <p:ext uri="{BB962C8B-B14F-4D97-AF65-F5344CB8AC3E}">
        <p14:creationId xmlns:p14="http://schemas.microsoft.com/office/powerpoint/2010/main" val="3214877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674DE-C63A-4C91-96E2-5F85E0C50A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662896-C0DB-4CD9-BDD5-82BD998B777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70C6455-18A1-4658-890E-9AE0F931209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BF8D09-BE61-483B-9EF8-F2A7EC5CB56A}"/>
              </a:ext>
            </a:extLst>
          </p:cNvPr>
          <p:cNvSpPr>
            <a:spLocks noGrp="1"/>
          </p:cNvSpPr>
          <p:nvPr>
            <p:ph type="dt" sz="half" idx="10"/>
          </p:nvPr>
        </p:nvSpPr>
        <p:spPr/>
        <p:txBody>
          <a:bodyPr/>
          <a:lstStyle/>
          <a:p>
            <a:fld id="{A2586DA3-E9A1-4879-8E34-670FE8E02BB6}" type="datetimeFigureOut">
              <a:rPr lang="en-IN" smtClean="0"/>
              <a:t>30-04-2022</a:t>
            </a:fld>
            <a:endParaRPr lang="en-IN"/>
          </a:p>
        </p:txBody>
      </p:sp>
      <p:sp>
        <p:nvSpPr>
          <p:cNvPr id="6" name="Footer Placeholder 5">
            <a:extLst>
              <a:ext uri="{FF2B5EF4-FFF2-40B4-BE49-F238E27FC236}">
                <a16:creationId xmlns:a16="http://schemas.microsoft.com/office/drawing/2014/main" id="{910CDE0B-EB57-401B-9C7A-78BF01765C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EAC9D1-9E70-4810-A8B4-B7AD6F9AFA00}"/>
              </a:ext>
            </a:extLst>
          </p:cNvPr>
          <p:cNvSpPr>
            <a:spLocks noGrp="1"/>
          </p:cNvSpPr>
          <p:nvPr>
            <p:ph type="sldNum" sz="quarter" idx="12"/>
          </p:nvPr>
        </p:nvSpPr>
        <p:spPr/>
        <p:txBody>
          <a:bodyPr/>
          <a:lstStyle/>
          <a:p>
            <a:fld id="{472F7F21-D551-4496-B6F9-6EB269D8EF31}" type="slidenum">
              <a:rPr lang="en-IN" smtClean="0"/>
              <a:t>‹#›</a:t>
            </a:fld>
            <a:endParaRPr lang="en-IN"/>
          </a:p>
        </p:txBody>
      </p:sp>
    </p:spTree>
    <p:extLst>
      <p:ext uri="{BB962C8B-B14F-4D97-AF65-F5344CB8AC3E}">
        <p14:creationId xmlns:p14="http://schemas.microsoft.com/office/powerpoint/2010/main" val="4054153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CFB7A-7EC7-4AAC-823A-0A8868CCE2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1B01C9-F032-429C-A619-493EB00B4A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F0EC718-ACCA-4431-BAF0-77FCB56C5E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636CBB-FB67-4B15-A92E-05ADBB6C46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71A26E6-B2E8-4FDD-9B4A-055F1B7A75F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C67004B-1D2D-44F9-98FE-DB371EBF16A1}"/>
              </a:ext>
            </a:extLst>
          </p:cNvPr>
          <p:cNvSpPr>
            <a:spLocks noGrp="1"/>
          </p:cNvSpPr>
          <p:nvPr>
            <p:ph type="dt" sz="half" idx="10"/>
          </p:nvPr>
        </p:nvSpPr>
        <p:spPr/>
        <p:txBody>
          <a:bodyPr/>
          <a:lstStyle/>
          <a:p>
            <a:fld id="{A2586DA3-E9A1-4879-8E34-670FE8E02BB6}" type="datetimeFigureOut">
              <a:rPr lang="en-IN" smtClean="0"/>
              <a:t>30-04-2022</a:t>
            </a:fld>
            <a:endParaRPr lang="en-IN"/>
          </a:p>
        </p:txBody>
      </p:sp>
      <p:sp>
        <p:nvSpPr>
          <p:cNvPr id="8" name="Footer Placeholder 7">
            <a:extLst>
              <a:ext uri="{FF2B5EF4-FFF2-40B4-BE49-F238E27FC236}">
                <a16:creationId xmlns:a16="http://schemas.microsoft.com/office/drawing/2014/main" id="{338A87B7-93CF-4D42-82E2-D113B93BE53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6C83E80-F766-43F6-A92A-34CD8912AC0A}"/>
              </a:ext>
            </a:extLst>
          </p:cNvPr>
          <p:cNvSpPr>
            <a:spLocks noGrp="1"/>
          </p:cNvSpPr>
          <p:nvPr>
            <p:ph type="sldNum" sz="quarter" idx="12"/>
          </p:nvPr>
        </p:nvSpPr>
        <p:spPr/>
        <p:txBody>
          <a:bodyPr/>
          <a:lstStyle/>
          <a:p>
            <a:fld id="{472F7F21-D551-4496-B6F9-6EB269D8EF31}" type="slidenum">
              <a:rPr lang="en-IN" smtClean="0"/>
              <a:t>‹#›</a:t>
            </a:fld>
            <a:endParaRPr lang="en-IN"/>
          </a:p>
        </p:txBody>
      </p:sp>
    </p:spTree>
    <p:extLst>
      <p:ext uri="{BB962C8B-B14F-4D97-AF65-F5344CB8AC3E}">
        <p14:creationId xmlns:p14="http://schemas.microsoft.com/office/powerpoint/2010/main" val="2962881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5DF5D-8A4B-4B03-BEAC-2FC7886F6F7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3C26F48-49A0-4404-98BA-28855067727B}"/>
              </a:ext>
            </a:extLst>
          </p:cNvPr>
          <p:cNvSpPr>
            <a:spLocks noGrp="1"/>
          </p:cNvSpPr>
          <p:nvPr>
            <p:ph type="dt" sz="half" idx="10"/>
          </p:nvPr>
        </p:nvSpPr>
        <p:spPr/>
        <p:txBody>
          <a:bodyPr/>
          <a:lstStyle/>
          <a:p>
            <a:fld id="{A2586DA3-E9A1-4879-8E34-670FE8E02BB6}" type="datetimeFigureOut">
              <a:rPr lang="en-IN" smtClean="0"/>
              <a:t>30-04-2022</a:t>
            </a:fld>
            <a:endParaRPr lang="en-IN"/>
          </a:p>
        </p:txBody>
      </p:sp>
      <p:sp>
        <p:nvSpPr>
          <p:cNvPr id="4" name="Footer Placeholder 3">
            <a:extLst>
              <a:ext uri="{FF2B5EF4-FFF2-40B4-BE49-F238E27FC236}">
                <a16:creationId xmlns:a16="http://schemas.microsoft.com/office/drawing/2014/main" id="{44BE81A3-CB1B-49A6-9940-55CCAAE2E8A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AC0016A-CC26-493E-A884-27E4C009E929}"/>
              </a:ext>
            </a:extLst>
          </p:cNvPr>
          <p:cNvSpPr>
            <a:spLocks noGrp="1"/>
          </p:cNvSpPr>
          <p:nvPr>
            <p:ph type="sldNum" sz="quarter" idx="12"/>
          </p:nvPr>
        </p:nvSpPr>
        <p:spPr/>
        <p:txBody>
          <a:bodyPr/>
          <a:lstStyle/>
          <a:p>
            <a:fld id="{472F7F21-D551-4496-B6F9-6EB269D8EF31}" type="slidenum">
              <a:rPr lang="en-IN" smtClean="0"/>
              <a:t>‹#›</a:t>
            </a:fld>
            <a:endParaRPr lang="en-IN"/>
          </a:p>
        </p:txBody>
      </p:sp>
    </p:spTree>
    <p:extLst>
      <p:ext uri="{BB962C8B-B14F-4D97-AF65-F5344CB8AC3E}">
        <p14:creationId xmlns:p14="http://schemas.microsoft.com/office/powerpoint/2010/main" val="909885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584C82-607F-49B7-A989-A45789753C45}"/>
              </a:ext>
            </a:extLst>
          </p:cNvPr>
          <p:cNvSpPr>
            <a:spLocks noGrp="1"/>
          </p:cNvSpPr>
          <p:nvPr>
            <p:ph type="dt" sz="half" idx="10"/>
          </p:nvPr>
        </p:nvSpPr>
        <p:spPr/>
        <p:txBody>
          <a:bodyPr/>
          <a:lstStyle/>
          <a:p>
            <a:fld id="{A2586DA3-E9A1-4879-8E34-670FE8E02BB6}" type="datetimeFigureOut">
              <a:rPr lang="en-IN" smtClean="0"/>
              <a:t>30-04-2022</a:t>
            </a:fld>
            <a:endParaRPr lang="en-IN"/>
          </a:p>
        </p:txBody>
      </p:sp>
      <p:sp>
        <p:nvSpPr>
          <p:cNvPr id="3" name="Footer Placeholder 2">
            <a:extLst>
              <a:ext uri="{FF2B5EF4-FFF2-40B4-BE49-F238E27FC236}">
                <a16:creationId xmlns:a16="http://schemas.microsoft.com/office/drawing/2014/main" id="{1AC27720-54FE-4A20-B7A1-5EF7C85FEA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450942-1E54-4719-A26A-A4B59140FE2A}"/>
              </a:ext>
            </a:extLst>
          </p:cNvPr>
          <p:cNvSpPr>
            <a:spLocks noGrp="1"/>
          </p:cNvSpPr>
          <p:nvPr>
            <p:ph type="sldNum" sz="quarter" idx="12"/>
          </p:nvPr>
        </p:nvSpPr>
        <p:spPr/>
        <p:txBody>
          <a:bodyPr/>
          <a:lstStyle/>
          <a:p>
            <a:fld id="{472F7F21-D551-4496-B6F9-6EB269D8EF31}" type="slidenum">
              <a:rPr lang="en-IN" smtClean="0"/>
              <a:t>‹#›</a:t>
            </a:fld>
            <a:endParaRPr lang="en-IN"/>
          </a:p>
        </p:txBody>
      </p:sp>
    </p:spTree>
    <p:extLst>
      <p:ext uri="{BB962C8B-B14F-4D97-AF65-F5344CB8AC3E}">
        <p14:creationId xmlns:p14="http://schemas.microsoft.com/office/powerpoint/2010/main" val="2738279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26A1-640C-40F7-8B43-E5159136CD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1210DB-184E-4AAF-9B7E-B5016FD875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39D062-359D-4BA5-83C9-5EF63D03CE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26DCDFF-39DF-434E-8E16-41C1C9CED5F0}"/>
              </a:ext>
            </a:extLst>
          </p:cNvPr>
          <p:cNvSpPr>
            <a:spLocks noGrp="1"/>
          </p:cNvSpPr>
          <p:nvPr>
            <p:ph type="dt" sz="half" idx="10"/>
          </p:nvPr>
        </p:nvSpPr>
        <p:spPr/>
        <p:txBody>
          <a:bodyPr/>
          <a:lstStyle/>
          <a:p>
            <a:fld id="{A2586DA3-E9A1-4879-8E34-670FE8E02BB6}" type="datetimeFigureOut">
              <a:rPr lang="en-IN" smtClean="0"/>
              <a:t>30-04-2022</a:t>
            </a:fld>
            <a:endParaRPr lang="en-IN"/>
          </a:p>
        </p:txBody>
      </p:sp>
      <p:sp>
        <p:nvSpPr>
          <p:cNvPr id="6" name="Footer Placeholder 5">
            <a:extLst>
              <a:ext uri="{FF2B5EF4-FFF2-40B4-BE49-F238E27FC236}">
                <a16:creationId xmlns:a16="http://schemas.microsoft.com/office/drawing/2014/main" id="{8D5F6FA9-09C8-4EA8-974C-D5B4582080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3968B0-311D-4573-8ABD-BA633C0BDFEB}"/>
              </a:ext>
            </a:extLst>
          </p:cNvPr>
          <p:cNvSpPr>
            <a:spLocks noGrp="1"/>
          </p:cNvSpPr>
          <p:nvPr>
            <p:ph type="sldNum" sz="quarter" idx="12"/>
          </p:nvPr>
        </p:nvSpPr>
        <p:spPr/>
        <p:txBody>
          <a:bodyPr/>
          <a:lstStyle/>
          <a:p>
            <a:fld id="{472F7F21-D551-4496-B6F9-6EB269D8EF31}" type="slidenum">
              <a:rPr lang="en-IN" smtClean="0"/>
              <a:t>‹#›</a:t>
            </a:fld>
            <a:endParaRPr lang="en-IN"/>
          </a:p>
        </p:txBody>
      </p:sp>
    </p:spTree>
    <p:extLst>
      <p:ext uri="{BB962C8B-B14F-4D97-AF65-F5344CB8AC3E}">
        <p14:creationId xmlns:p14="http://schemas.microsoft.com/office/powerpoint/2010/main" val="774230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48FFA-82C4-4E5F-86E6-7F8AA0FB4A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1763297-84E6-4077-AC08-98F65ECFB0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0BFBC49-7C38-4E55-B126-29485D5575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CAD2823-7194-4DF1-BECD-4AA6C7AFD3CD}"/>
              </a:ext>
            </a:extLst>
          </p:cNvPr>
          <p:cNvSpPr>
            <a:spLocks noGrp="1"/>
          </p:cNvSpPr>
          <p:nvPr>
            <p:ph type="dt" sz="half" idx="10"/>
          </p:nvPr>
        </p:nvSpPr>
        <p:spPr/>
        <p:txBody>
          <a:bodyPr/>
          <a:lstStyle/>
          <a:p>
            <a:fld id="{A2586DA3-E9A1-4879-8E34-670FE8E02BB6}" type="datetimeFigureOut">
              <a:rPr lang="en-IN" smtClean="0"/>
              <a:t>30-04-2022</a:t>
            </a:fld>
            <a:endParaRPr lang="en-IN"/>
          </a:p>
        </p:txBody>
      </p:sp>
      <p:sp>
        <p:nvSpPr>
          <p:cNvPr id="6" name="Footer Placeholder 5">
            <a:extLst>
              <a:ext uri="{FF2B5EF4-FFF2-40B4-BE49-F238E27FC236}">
                <a16:creationId xmlns:a16="http://schemas.microsoft.com/office/drawing/2014/main" id="{7215FEBA-8E31-4C40-8C3B-A62AD9F47F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1C698A-7471-476C-BE08-2A9296467F7C}"/>
              </a:ext>
            </a:extLst>
          </p:cNvPr>
          <p:cNvSpPr>
            <a:spLocks noGrp="1"/>
          </p:cNvSpPr>
          <p:nvPr>
            <p:ph type="sldNum" sz="quarter" idx="12"/>
          </p:nvPr>
        </p:nvSpPr>
        <p:spPr/>
        <p:txBody>
          <a:bodyPr/>
          <a:lstStyle/>
          <a:p>
            <a:fld id="{472F7F21-D551-4496-B6F9-6EB269D8EF31}" type="slidenum">
              <a:rPr lang="en-IN" smtClean="0"/>
              <a:t>‹#›</a:t>
            </a:fld>
            <a:endParaRPr lang="en-IN"/>
          </a:p>
        </p:txBody>
      </p:sp>
    </p:spTree>
    <p:extLst>
      <p:ext uri="{BB962C8B-B14F-4D97-AF65-F5344CB8AC3E}">
        <p14:creationId xmlns:p14="http://schemas.microsoft.com/office/powerpoint/2010/main" val="236830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37AFF-A495-4A6F-B618-DDF3CAF1C11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87DF36-A884-4007-8CF5-8FB7261D078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4EE33B-79EB-49FD-BF23-7C72C5F31A2C}"/>
              </a:ext>
            </a:extLst>
          </p:cNvPr>
          <p:cNvSpPr>
            <a:spLocks noGrp="1"/>
          </p:cNvSpPr>
          <p:nvPr>
            <p:ph type="dt" sz="half" idx="10"/>
          </p:nvPr>
        </p:nvSpPr>
        <p:spPr/>
        <p:txBody>
          <a:bodyPr/>
          <a:lstStyle/>
          <a:p>
            <a:fld id="{A2586DA3-E9A1-4879-8E34-670FE8E02BB6}" type="datetimeFigureOut">
              <a:rPr lang="en-IN" smtClean="0"/>
              <a:t>30-04-2022</a:t>
            </a:fld>
            <a:endParaRPr lang="en-IN"/>
          </a:p>
        </p:txBody>
      </p:sp>
      <p:sp>
        <p:nvSpPr>
          <p:cNvPr id="5" name="Footer Placeholder 4">
            <a:extLst>
              <a:ext uri="{FF2B5EF4-FFF2-40B4-BE49-F238E27FC236}">
                <a16:creationId xmlns:a16="http://schemas.microsoft.com/office/drawing/2014/main" id="{ECE8BFAA-7F43-4FDE-B264-93BC17AFA2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B5CA7A-E87B-4BFC-BC94-20C06D3DF6CA}"/>
              </a:ext>
            </a:extLst>
          </p:cNvPr>
          <p:cNvSpPr>
            <a:spLocks noGrp="1"/>
          </p:cNvSpPr>
          <p:nvPr>
            <p:ph type="sldNum" sz="quarter" idx="12"/>
          </p:nvPr>
        </p:nvSpPr>
        <p:spPr/>
        <p:txBody>
          <a:bodyPr/>
          <a:lstStyle/>
          <a:p>
            <a:fld id="{472F7F21-D551-4496-B6F9-6EB269D8EF31}" type="slidenum">
              <a:rPr lang="en-IN" smtClean="0"/>
              <a:t>‹#›</a:t>
            </a:fld>
            <a:endParaRPr lang="en-IN"/>
          </a:p>
        </p:txBody>
      </p:sp>
    </p:spTree>
    <p:extLst>
      <p:ext uri="{BB962C8B-B14F-4D97-AF65-F5344CB8AC3E}">
        <p14:creationId xmlns:p14="http://schemas.microsoft.com/office/powerpoint/2010/main" val="632226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67F87A-338D-4644-ADA1-A023CD2D58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DCB987-A733-413C-8B7C-333524C9C91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8BC3FD-C1D4-477D-A19B-0707E6F722A4}"/>
              </a:ext>
            </a:extLst>
          </p:cNvPr>
          <p:cNvSpPr>
            <a:spLocks noGrp="1"/>
          </p:cNvSpPr>
          <p:nvPr>
            <p:ph type="dt" sz="half" idx="10"/>
          </p:nvPr>
        </p:nvSpPr>
        <p:spPr/>
        <p:txBody>
          <a:bodyPr/>
          <a:lstStyle/>
          <a:p>
            <a:fld id="{A2586DA3-E9A1-4879-8E34-670FE8E02BB6}" type="datetimeFigureOut">
              <a:rPr lang="en-IN" smtClean="0"/>
              <a:t>30-04-2022</a:t>
            </a:fld>
            <a:endParaRPr lang="en-IN"/>
          </a:p>
        </p:txBody>
      </p:sp>
      <p:sp>
        <p:nvSpPr>
          <p:cNvPr id="5" name="Footer Placeholder 4">
            <a:extLst>
              <a:ext uri="{FF2B5EF4-FFF2-40B4-BE49-F238E27FC236}">
                <a16:creationId xmlns:a16="http://schemas.microsoft.com/office/drawing/2014/main" id="{7B4F0F0E-BAEE-414C-9544-C660B5D4C2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1911B3-5299-413A-9462-F8454908604B}"/>
              </a:ext>
            </a:extLst>
          </p:cNvPr>
          <p:cNvSpPr>
            <a:spLocks noGrp="1"/>
          </p:cNvSpPr>
          <p:nvPr>
            <p:ph type="sldNum" sz="quarter" idx="12"/>
          </p:nvPr>
        </p:nvSpPr>
        <p:spPr/>
        <p:txBody>
          <a:bodyPr/>
          <a:lstStyle/>
          <a:p>
            <a:fld id="{472F7F21-D551-4496-B6F9-6EB269D8EF31}" type="slidenum">
              <a:rPr lang="en-IN" smtClean="0"/>
              <a:t>‹#›</a:t>
            </a:fld>
            <a:endParaRPr lang="en-IN"/>
          </a:p>
        </p:txBody>
      </p:sp>
    </p:spTree>
    <p:extLst>
      <p:ext uri="{BB962C8B-B14F-4D97-AF65-F5344CB8AC3E}">
        <p14:creationId xmlns:p14="http://schemas.microsoft.com/office/powerpoint/2010/main" val="602426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DD6CB0-AEAB-4CEE-8447-154216565F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C95978-1255-41DD-B498-231774EE56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3EE0E0-CB97-4AEA-AFB6-E94D5A81CC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586DA3-E9A1-4879-8E34-670FE8E02BB6}" type="datetimeFigureOut">
              <a:rPr lang="en-IN" smtClean="0"/>
              <a:t>30-04-2022</a:t>
            </a:fld>
            <a:endParaRPr lang="en-IN"/>
          </a:p>
        </p:txBody>
      </p:sp>
      <p:sp>
        <p:nvSpPr>
          <p:cNvPr id="5" name="Footer Placeholder 4">
            <a:extLst>
              <a:ext uri="{FF2B5EF4-FFF2-40B4-BE49-F238E27FC236}">
                <a16:creationId xmlns:a16="http://schemas.microsoft.com/office/drawing/2014/main" id="{24CECA30-8D52-4CE7-9900-870585181E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6F22E7C-200F-480C-B979-81E971A637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2F7F21-D551-4496-B6F9-6EB269D8EF31}" type="slidenum">
              <a:rPr lang="en-IN" smtClean="0"/>
              <a:t>‹#›</a:t>
            </a:fld>
            <a:endParaRPr lang="en-IN"/>
          </a:p>
        </p:txBody>
      </p:sp>
    </p:spTree>
    <p:extLst>
      <p:ext uri="{BB962C8B-B14F-4D97-AF65-F5344CB8AC3E}">
        <p14:creationId xmlns:p14="http://schemas.microsoft.com/office/powerpoint/2010/main" val="2883204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7C240-9842-4E6F-8E1F-D3C231D60511}"/>
              </a:ext>
            </a:extLst>
          </p:cNvPr>
          <p:cNvSpPr>
            <a:spLocks noGrp="1"/>
          </p:cNvSpPr>
          <p:nvPr>
            <p:ph type="ctrTitle"/>
          </p:nvPr>
        </p:nvSpPr>
        <p:spPr/>
        <p:txBody>
          <a:bodyPr/>
          <a:lstStyle/>
          <a:p>
            <a:r>
              <a:rPr lang="en-IN" dirty="0"/>
              <a:t>Incremental Refresh</a:t>
            </a:r>
          </a:p>
        </p:txBody>
      </p:sp>
      <p:pic>
        <p:nvPicPr>
          <p:cNvPr id="1026" name="Picture 2" descr="Reload icon PNG, ICO or ICNS | Free vector icons">
            <a:extLst>
              <a:ext uri="{FF2B5EF4-FFF2-40B4-BE49-F238E27FC236}">
                <a16:creationId xmlns:a16="http://schemas.microsoft.com/office/drawing/2014/main" id="{7E362585-F3DE-4C7C-A77A-BAB52B39BF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9490" y="0"/>
            <a:ext cx="2826327" cy="2826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1493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F0FD4-818E-483E-84CE-0CA66B9E02CA}"/>
              </a:ext>
            </a:extLst>
          </p:cNvPr>
          <p:cNvSpPr>
            <a:spLocks noGrp="1"/>
          </p:cNvSpPr>
          <p:nvPr>
            <p:ph type="title"/>
          </p:nvPr>
        </p:nvSpPr>
        <p:spPr>
          <a:xfrm>
            <a:off x="838200" y="18255"/>
            <a:ext cx="10515600" cy="951563"/>
          </a:xfrm>
        </p:spPr>
        <p:txBody>
          <a:bodyPr/>
          <a:lstStyle/>
          <a:p>
            <a:r>
              <a:rPr lang="en-IN" b="1" dirty="0"/>
              <a:t>What is Incremental refresh?</a:t>
            </a:r>
            <a:endParaRPr lang="en-IN" dirty="0"/>
          </a:p>
        </p:txBody>
      </p:sp>
      <p:sp>
        <p:nvSpPr>
          <p:cNvPr id="3" name="Content Placeholder 2">
            <a:extLst>
              <a:ext uri="{FF2B5EF4-FFF2-40B4-BE49-F238E27FC236}">
                <a16:creationId xmlns:a16="http://schemas.microsoft.com/office/drawing/2014/main" id="{F3F44E09-8AA1-476D-84ED-8387AE578478}"/>
              </a:ext>
            </a:extLst>
          </p:cNvPr>
          <p:cNvSpPr>
            <a:spLocks noGrp="1"/>
          </p:cNvSpPr>
          <p:nvPr>
            <p:ph idx="1"/>
          </p:nvPr>
        </p:nvSpPr>
        <p:spPr>
          <a:xfrm>
            <a:off x="838200" y="1123443"/>
            <a:ext cx="10515600" cy="3684083"/>
          </a:xfrm>
        </p:spPr>
        <p:txBody>
          <a:bodyPr>
            <a:normAutofit lnSpcReduction="10000"/>
          </a:bodyPr>
          <a:lstStyle/>
          <a:p>
            <a:r>
              <a:rPr lang="en-IN" dirty="0"/>
              <a:t>Incremental refresh is an advanced level of a scheduled refresh of data.</a:t>
            </a:r>
          </a:p>
          <a:p>
            <a:r>
              <a:rPr lang="en-IN" dirty="0"/>
              <a:t>It </a:t>
            </a:r>
            <a:r>
              <a:rPr lang="en-US" dirty="0"/>
              <a:t>automated partition creation and management for dataset tables that frequently load new and updated data.</a:t>
            </a:r>
          </a:p>
          <a:p>
            <a:r>
              <a:rPr lang="en-US" dirty="0"/>
              <a:t>An incremental refresh policy to partition the table, refreshing only the most recent import partition(s) which can significantly reduce the amount of data that has to be refreshed while at the same time ensuring that even the latest changes at the data source are included in the query results.</a:t>
            </a:r>
            <a:endParaRPr lang="en-IN" dirty="0"/>
          </a:p>
        </p:txBody>
      </p:sp>
    </p:spTree>
    <p:extLst>
      <p:ext uri="{BB962C8B-B14F-4D97-AF65-F5344CB8AC3E}">
        <p14:creationId xmlns:p14="http://schemas.microsoft.com/office/powerpoint/2010/main" val="2769670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C577C-C0E1-4187-A283-BFCDB46DE277}"/>
              </a:ext>
            </a:extLst>
          </p:cNvPr>
          <p:cNvSpPr>
            <a:spLocks noGrp="1"/>
          </p:cNvSpPr>
          <p:nvPr>
            <p:ph type="title"/>
          </p:nvPr>
        </p:nvSpPr>
        <p:spPr/>
        <p:txBody>
          <a:bodyPr/>
          <a:lstStyle/>
          <a:p>
            <a:r>
              <a:rPr lang="en-IN" dirty="0"/>
              <a:t>Advantages of Incremental Refresh</a:t>
            </a:r>
          </a:p>
        </p:txBody>
      </p:sp>
      <p:sp>
        <p:nvSpPr>
          <p:cNvPr id="3" name="Content Placeholder 2">
            <a:extLst>
              <a:ext uri="{FF2B5EF4-FFF2-40B4-BE49-F238E27FC236}">
                <a16:creationId xmlns:a16="http://schemas.microsoft.com/office/drawing/2014/main" id="{5B3EFC94-DF5D-45B4-8AA5-F9B6D2492C23}"/>
              </a:ext>
            </a:extLst>
          </p:cNvPr>
          <p:cNvSpPr>
            <a:spLocks noGrp="1"/>
          </p:cNvSpPr>
          <p:nvPr>
            <p:ph idx="1"/>
          </p:nvPr>
        </p:nvSpPr>
        <p:spPr/>
        <p:txBody>
          <a:bodyPr/>
          <a:lstStyle/>
          <a:p>
            <a:r>
              <a:rPr lang="en-US" dirty="0"/>
              <a:t>Fewer refresh cycles for fast-changing data</a:t>
            </a:r>
          </a:p>
          <a:p>
            <a:r>
              <a:rPr lang="en-IN" dirty="0"/>
              <a:t>Refreshes are faster</a:t>
            </a:r>
          </a:p>
          <a:p>
            <a:r>
              <a:rPr lang="en-IN" dirty="0"/>
              <a:t>Refreshes are more reliable (</a:t>
            </a:r>
            <a:r>
              <a:rPr lang="en-US" dirty="0"/>
              <a:t>Queries to source data run faster, reducing the potential for network problems to interfere)</a:t>
            </a:r>
          </a:p>
          <a:p>
            <a:r>
              <a:rPr lang="en-IN" dirty="0"/>
              <a:t>Resource consumption is reduced</a:t>
            </a:r>
          </a:p>
          <a:p>
            <a:pPr marL="5430838"/>
            <a:r>
              <a:rPr lang="en-IN" dirty="0"/>
              <a:t>Enables large datasets</a:t>
            </a:r>
          </a:p>
          <a:p>
            <a:pPr marL="5430838"/>
            <a:r>
              <a:rPr lang="en-IN" dirty="0"/>
              <a:t>Easy setup</a:t>
            </a:r>
          </a:p>
        </p:txBody>
      </p:sp>
    </p:spTree>
    <p:extLst>
      <p:ext uri="{BB962C8B-B14F-4D97-AF65-F5344CB8AC3E}">
        <p14:creationId xmlns:p14="http://schemas.microsoft.com/office/powerpoint/2010/main" val="3968384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8198A-A578-4C99-836F-97A2AF8F3E19}"/>
              </a:ext>
            </a:extLst>
          </p:cNvPr>
          <p:cNvSpPr>
            <a:spLocks noGrp="1"/>
          </p:cNvSpPr>
          <p:nvPr>
            <p:ph type="title"/>
          </p:nvPr>
        </p:nvSpPr>
        <p:spPr/>
        <p:txBody>
          <a:bodyPr/>
          <a:lstStyle/>
          <a:p>
            <a:r>
              <a:rPr lang="en-IN" dirty="0"/>
              <a:t>Incremental refresh Rolling window pattern</a:t>
            </a:r>
          </a:p>
        </p:txBody>
      </p:sp>
      <p:pic>
        <p:nvPicPr>
          <p:cNvPr id="1026" name="Picture 2" descr="Graphic representing a rolling window pattern.">
            <a:extLst>
              <a:ext uri="{FF2B5EF4-FFF2-40B4-BE49-F238E27FC236}">
                <a16:creationId xmlns:a16="http://schemas.microsoft.com/office/drawing/2014/main" id="{6B7605C8-5CE0-416F-B1F8-E6B172DBFE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01093"/>
            <a:ext cx="10153186" cy="24522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908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ECD51-4BD3-4455-911E-0476B114C7AB}"/>
              </a:ext>
            </a:extLst>
          </p:cNvPr>
          <p:cNvSpPr>
            <a:spLocks noGrp="1"/>
          </p:cNvSpPr>
          <p:nvPr>
            <p:ph type="title"/>
          </p:nvPr>
        </p:nvSpPr>
        <p:spPr/>
        <p:txBody>
          <a:bodyPr/>
          <a:lstStyle/>
          <a:p>
            <a:r>
              <a:rPr lang="en-IN" dirty="0"/>
              <a:t>Supported plans</a:t>
            </a:r>
          </a:p>
        </p:txBody>
      </p:sp>
      <p:sp>
        <p:nvSpPr>
          <p:cNvPr id="3" name="Content Placeholder 2">
            <a:extLst>
              <a:ext uri="{FF2B5EF4-FFF2-40B4-BE49-F238E27FC236}">
                <a16:creationId xmlns:a16="http://schemas.microsoft.com/office/drawing/2014/main" id="{7D9B5099-6119-456F-AA49-4047ED704C6A}"/>
              </a:ext>
            </a:extLst>
          </p:cNvPr>
          <p:cNvSpPr>
            <a:spLocks noGrp="1"/>
          </p:cNvSpPr>
          <p:nvPr>
            <p:ph idx="1"/>
          </p:nvPr>
        </p:nvSpPr>
        <p:spPr/>
        <p:txBody>
          <a:bodyPr/>
          <a:lstStyle/>
          <a:p>
            <a:r>
              <a:rPr lang="en-US" dirty="0"/>
              <a:t>Incremental refresh is supported for Power BI Premium, Premium per user, Power BI Pro, and Power BI Embedded datasets.</a:t>
            </a:r>
          </a:p>
          <a:p>
            <a:endParaRPr lang="en-US" dirty="0"/>
          </a:p>
          <a:p>
            <a:r>
              <a:rPr lang="en-US" dirty="0"/>
              <a:t>Getting the latest data in real time with </a:t>
            </a:r>
            <a:r>
              <a:rPr lang="en-US" dirty="0" err="1"/>
              <a:t>DirectQuery</a:t>
            </a:r>
            <a:r>
              <a:rPr lang="en-US" dirty="0"/>
              <a:t> is only supported for Power BI Premium, Premium per user, and Power BI Embedded datasets.</a:t>
            </a:r>
            <a:endParaRPr lang="en-IN" dirty="0"/>
          </a:p>
        </p:txBody>
      </p:sp>
    </p:spTree>
    <p:extLst>
      <p:ext uri="{BB962C8B-B14F-4D97-AF65-F5344CB8AC3E}">
        <p14:creationId xmlns:p14="http://schemas.microsoft.com/office/powerpoint/2010/main" val="797020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E21A-6602-4F61-A67E-0B64F2E9B2CB}"/>
              </a:ext>
            </a:extLst>
          </p:cNvPr>
          <p:cNvSpPr>
            <a:spLocks noGrp="1"/>
          </p:cNvSpPr>
          <p:nvPr>
            <p:ph type="title"/>
          </p:nvPr>
        </p:nvSpPr>
        <p:spPr>
          <a:xfrm>
            <a:off x="838200" y="75009"/>
            <a:ext cx="10515600" cy="814785"/>
          </a:xfrm>
        </p:spPr>
        <p:txBody>
          <a:bodyPr/>
          <a:lstStyle/>
          <a:p>
            <a:r>
              <a:rPr lang="en-IN" dirty="0"/>
              <a:t>Supported Data Source</a:t>
            </a:r>
          </a:p>
        </p:txBody>
      </p:sp>
      <p:sp>
        <p:nvSpPr>
          <p:cNvPr id="3" name="Content Placeholder 2">
            <a:extLst>
              <a:ext uri="{FF2B5EF4-FFF2-40B4-BE49-F238E27FC236}">
                <a16:creationId xmlns:a16="http://schemas.microsoft.com/office/drawing/2014/main" id="{D3D57A58-6D7C-47F8-8127-22BCA3BC8D93}"/>
              </a:ext>
            </a:extLst>
          </p:cNvPr>
          <p:cNvSpPr>
            <a:spLocks noGrp="1"/>
          </p:cNvSpPr>
          <p:nvPr>
            <p:ph idx="1"/>
          </p:nvPr>
        </p:nvSpPr>
        <p:spPr>
          <a:xfrm>
            <a:off x="838200" y="889794"/>
            <a:ext cx="10515600" cy="4351338"/>
          </a:xfrm>
        </p:spPr>
        <p:txBody>
          <a:bodyPr>
            <a:normAutofit fontScale="77500" lnSpcReduction="20000"/>
          </a:bodyPr>
          <a:lstStyle/>
          <a:p>
            <a:r>
              <a:rPr lang="en-IN" dirty="0"/>
              <a:t>Should contain “</a:t>
            </a:r>
            <a:r>
              <a:rPr lang="en-IN" b="1" dirty="0"/>
              <a:t>Date Column</a:t>
            </a:r>
            <a:r>
              <a:rPr lang="en-IN" dirty="0"/>
              <a:t>”. During incremental refresh, a Date query is being sent to decide the defined periodical data. So a date column is mandatory</a:t>
            </a:r>
          </a:p>
          <a:p>
            <a:r>
              <a:rPr lang="en-US" dirty="0"/>
              <a:t>Incremental refresh is designed for data sources that support </a:t>
            </a:r>
            <a:r>
              <a:rPr lang="en-US" b="1" dirty="0"/>
              <a:t>query folding (e.g. SQL) </a:t>
            </a:r>
          </a:p>
          <a:p>
            <a:pPr lvl="1"/>
            <a:r>
              <a:rPr lang="en-US" sz="2000" i="1" dirty="0"/>
              <a:t>Query folding is a concept where when we connect to a source e.g. SQL and perform the transformation in Power Query, then PQ creates a single query in the native language of the source e.g. SQL query, and sends it back to the course. So, PQ need not do those retrieve data and transformation steps. Which spare sources for PQ/PBI and becomes faster in processing the rest of the things.</a:t>
            </a:r>
          </a:p>
          <a:p>
            <a:r>
              <a:rPr lang="en-US" dirty="0"/>
              <a:t>Because support for query folding is different for different types of data sources, verification should be performed to ensure the filter logic is included in the queries being executed against the data source. In most cases, Power BI Desktop attempts to perform this verification for you when defining the incremental refresh policy. For SQL based data sources such as SQL Database, Azure Synapse, Oracle, and Teradata, this verification is reliable. However, other data sources may be unable to verify without tracing the queries. If Power BI Desktop is unable to confirm, a warning is shown in the Incremental refresh policy configuration dialog.</a:t>
            </a:r>
            <a:endParaRPr lang="en-IN" dirty="0"/>
          </a:p>
          <a:p>
            <a:endParaRPr lang="en-IN" dirty="0"/>
          </a:p>
        </p:txBody>
      </p:sp>
      <p:pic>
        <p:nvPicPr>
          <p:cNvPr id="2050" name="Picture 2" descr="Query folding warning">
            <a:extLst>
              <a:ext uri="{FF2B5EF4-FFF2-40B4-BE49-F238E27FC236}">
                <a16:creationId xmlns:a16="http://schemas.microsoft.com/office/drawing/2014/main" id="{853A0E70-0B2B-433D-B34D-AA2F82021B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3018" y="4643835"/>
            <a:ext cx="8382000" cy="2139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8545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TotalTime>
  <Words>440</Words>
  <Application>Microsoft Office PowerPoint</Application>
  <PresentationFormat>Widescreen</PresentationFormat>
  <Paragraphs>22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Incremental Refresh</vt:lpstr>
      <vt:lpstr>What is Incremental refresh?</vt:lpstr>
      <vt:lpstr>Advantages of Incremental Refresh</vt:lpstr>
      <vt:lpstr>Incremental refresh Rolling window pattern</vt:lpstr>
      <vt:lpstr>Supported plans</vt:lpstr>
      <vt:lpstr>Supported Data Source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Incremental Refresh</dc:title>
  <dc:creator>Lokesh Lalwani</dc:creator>
  <cp:lastModifiedBy>Lokesh Lalwani</cp:lastModifiedBy>
  <cp:revision>19</cp:revision>
  <dcterms:created xsi:type="dcterms:W3CDTF">2022-04-25T09:45:53Z</dcterms:created>
  <dcterms:modified xsi:type="dcterms:W3CDTF">2022-04-30T08:24:41Z</dcterms:modified>
</cp:coreProperties>
</file>